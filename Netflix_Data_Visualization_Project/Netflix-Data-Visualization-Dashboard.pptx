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6" r:id="rId12"/>
    <p:sldId id="265" r:id="rId13"/>
  </p:sldIdLst>
  <p:sldSz cx="9144000" cy="5143500" type="screen16x9"/>
  <p:notesSz cx="5143500" cy="9144000"/>
  <p:embeddedFontLs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Petrona Bold" panose="020B0604020202020204" charset="0"/>
      <p:regular r:id="rId17"/>
    </p:embeddedFont>
    <p:embeddedFont>
      <p:font typeface="Petrona Light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48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71638"/>
            <a:ext cx="4722763" cy="974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Netflix Data Visualization Dashboard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96119" y="2858765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6237C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· Pandas · Plotly · Streamlit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Asala Nithish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MSc Data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21271"/>
            <a:ext cx="4722763" cy="472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496119" y="1192783"/>
            <a:ext cx="472276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 is the world's leading streaming platform with thousands of titles across 190+ countries. This project transforms raw Netflix content data into an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interactive, insight-driven dashboard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making it easier to explore trends, patterns, and content strategy at a glance.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2207716"/>
            <a:ext cx="2294855" cy="1248891"/>
          </a:xfrm>
          <a:prstGeom prst="roundRect">
            <a:avLst>
              <a:gd name="adj" fmla="val 4619"/>
            </a:avLst>
          </a:prstGeom>
          <a:solidFill>
            <a:srgbClr val="E50914"/>
          </a:solidFill>
          <a:ln w="4763">
            <a:solidFill>
              <a:srgbClr val="FE22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8175" y="2349773"/>
            <a:ext cx="2010742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Platform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8175" y="2665586"/>
            <a:ext cx="20107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200M+ subscribers, vast global content library spanning movies and TV shows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3952" y="2207716"/>
            <a:ext cx="2294930" cy="1248891"/>
          </a:xfrm>
          <a:prstGeom prst="roundRect">
            <a:avLst>
              <a:gd name="adj" fmla="val 4619"/>
            </a:avLst>
          </a:prstGeom>
          <a:solidFill>
            <a:srgbClr val="E50914"/>
          </a:solidFill>
          <a:ln w="4763">
            <a:solidFill>
              <a:srgbClr val="FE22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6008" y="2349773"/>
            <a:ext cx="2010817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Data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066008" y="2665586"/>
            <a:ext cx="201081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~8,800 records covering titles, directors, countries, ratings, and release years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3589586"/>
            <a:ext cx="4722763" cy="1032570"/>
          </a:xfrm>
          <a:prstGeom prst="roundRect">
            <a:avLst>
              <a:gd name="adj" fmla="val 5586"/>
            </a:avLst>
          </a:prstGeom>
          <a:solidFill>
            <a:srgbClr val="E50914"/>
          </a:solidFill>
          <a:ln w="4763">
            <a:solidFill>
              <a:srgbClr val="FE22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175" y="3731642"/>
            <a:ext cx="4438650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Goal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38175" y="4047455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raw data into meaningful, interactive visual insights using Python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5145"/>
            <a:ext cx="8151763" cy="41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8612"/>
            <a:ext cx="5194622" cy="2921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2713" y="1125513"/>
            <a:ext cx="2659931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92713" y="1439466"/>
            <a:ext cx="2659931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Netflix's catalog contains thousands of titles with rich metadata — but raw data alone tells no story. Without visualization, critical trends in content strategy, regional distribution, and audience targeting remain hidden.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2713" y="2450083"/>
            <a:ext cx="2659931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92713" y="2764036"/>
            <a:ext cx="2659931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dashboards surface patterns instantly — enabling faster, data-driven decisions about what content exists, where it comes from, and how it has evolved over time.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92713" y="3787750"/>
            <a:ext cx="2659931" cy="792882"/>
          </a:xfrm>
          <a:prstGeom prst="roundRect">
            <a:avLst>
              <a:gd name="adj" fmla="val 6454"/>
            </a:avLst>
          </a:prstGeom>
          <a:solidFill>
            <a:srgbClr val="E0D7F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29" y="3966716"/>
            <a:ext cx="152251" cy="121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8596" y="3912394"/>
            <a:ext cx="214223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question: </a:t>
            </a: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does Netflix's content landscape actually look like?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6248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96119" y="158702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workflow from raw data to a fully interactive dashboard.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97331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195215"/>
            <a:ext cx="2622724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04157"/>
            <a:ext cx="262272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Analyze Netflix Content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6119" y="263291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 structure and composition of the catalog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0601" y="197331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195215"/>
            <a:ext cx="2622724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2304157"/>
            <a:ext cx="262272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&amp; Preprocess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60601" y="263291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missing values, duplicates, and format inconsistencies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5083" y="197331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2195215"/>
            <a:ext cx="2622724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2304157"/>
            <a:ext cx="262272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25083" y="263291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 patterns in genre, geography, ratings, and duration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33456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556471"/>
            <a:ext cx="4004965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665413"/>
            <a:ext cx="4004965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Visualizations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6119" y="399417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dynamic charts using Plotly for deeper exploration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2842" y="333456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556471"/>
            <a:ext cx="4004965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842" y="3665413"/>
            <a:ext cx="4004965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Streamlit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42842" y="399417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 user-friendly, filterable web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886" y="559698"/>
            <a:ext cx="8151763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1557374"/>
            <a:ext cx="3989412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 &amp;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1356" y="1836985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Dataset: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Netflix Movies &amp; TV Shows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Source: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Kaggle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Records: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~8,800 titles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433675"/>
            <a:ext cx="3989412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1356" y="2712104"/>
            <a:ext cx="3989412" cy="73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Movie or TV Show</a:t>
            </a:r>
            <a:endParaRPr lang="en-US" sz="10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Title, Director, Country</a:t>
            </a:r>
            <a:endParaRPr lang="en-US" sz="10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 Added, Release Year</a:t>
            </a:r>
            <a:endParaRPr lang="en-US" sz="10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Rating, Duration, Genre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665" y="499877"/>
            <a:ext cx="4080644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4700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Technologies Used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45481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6178"/>
            <a:ext cx="259913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96119" y="213493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for data manipulation, analysis, and visualization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45481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06178"/>
            <a:ext cx="259913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Pandas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272433" y="213493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transformation, and structured data exploration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345481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06178"/>
            <a:ext cx="259913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Plotly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048747" y="213493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Interactive, publication-ready charts with zoom, hover, and filter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98899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59597"/>
            <a:ext cx="259913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96119" y="388835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deployment of interactive data apps directly from Python scripts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98899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59597"/>
            <a:ext cx="259913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3272433" y="388835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exploration, prototyping, and documentation of the analysis workflow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412"/>
            <a:ext cx="8151763" cy="441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Cleaning &amp; Feature Engineering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47018"/>
            <a:ext cx="2649364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484188"/>
            <a:ext cx="2649364" cy="14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duplicate records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Handled missing values in Director, Country, and Cast fields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date formats for consistency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Trimmed whitespace and normalized text fields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3094211"/>
            <a:ext cx="2649364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431381"/>
            <a:ext cx="2649364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 Added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extracted from Date Added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 Added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for seasonal trend analysis</a:t>
            </a:r>
            <a:endParaRPr lang="en-US" sz="1000" dirty="0"/>
          </a:p>
          <a:p>
            <a:pPr marL="203200" indent="-2032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 Age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years since original release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677" y="1940644"/>
            <a:ext cx="5188893" cy="1878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4616" y="3352373"/>
            <a:ext cx="1429833" cy="17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</a:t>
            </a:r>
            <a:r>
              <a:rPr lang="en-IN" sz="1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Engineering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4616" y="2786216"/>
            <a:ext cx="1429833" cy="17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4616" y="2214283"/>
            <a:ext cx="1429833" cy="17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Raw Data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866" y="108809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67518" y="59236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visualizations revealing Netflix's content landscape.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080" y="3515423"/>
            <a:ext cx="1905000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Movies vs. TV Shows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96119" y="3762186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Movies dominate ~69% of the catalog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790346" y="3498758"/>
            <a:ext cx="190507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10 Countries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90346" y="3752904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States leads by a wide margin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1A6EE52-8C6D-06C3-D451-A06F98332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6" y="1236969"/>
            <a:ext cx="4157002" cy="21836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BA3418C-A1A9-C850-D754-AD8A183C8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230" y="1236968"/>
            <a:ext cx="4772465" cy="2183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F8CDC7-B67E-6453-A8A6-420010A6E332}"/>
              </a:ext>
            </a:extLst>
          </p:cNvPr>
          <p:cNvSpPr txBox="1"/>
          <p:nvPr/>
        </p:nvSpPr>
        <p:spPr>
          <a:xfrm>
            <a:off x="422030" y="3260329"/>
            <a:ext cx="4572000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Content Added Over Time</a:t>
            </a:r>
            <a:endParaRPr lang="en-US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DD935-9A42-7239-6634-AC7635EEA6EC}"/>
              </a:ext>
            </a:extLst>
          </p:cNvPr>
          <p:cNvSpPr txBox="1"/>
          <p:nvPr/>
        </p:nvSpPr>
        <p:spPr>
          <a:xfrm>
            <a:off x="422030" y="3532334"/>
            <a:ext cx="4572000" cy="29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expansion after 2015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E222B-3BB7-5C44-511D-EF44332DDAD4}"/>
              </a:ext>
            </a:extLst>
          </p:cNvPr>
          <p:cNvSpPr txBox="1"/>
          <p:nvPr/>
        </p:nvSpPr>
        <p:spPr>
          <a:xfrm>
            <a:off x="5303520" y="3205706"/>
            <a:ext cx="4572000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Ratings Distribution</a:t>
            </a:r>
            <a:endParaRPr lang="en-US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3E012F-3A0B-5866-B3B7-28A28E312BF1}"/>
              </a:ext>
            </a:extLst>
          </p:cNvPr>
          <p:cNvSpPr txBox="1"/>
          <p:nvPr/>
        </p:nvSpPr>
        <p:spPr>
          <a:xfrm>
            <a:off x="5303520" y="3423643"/>
            <a:ext cx="4937760" cy="29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TV-MA is the most common rating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8C9014-0A2C-0497-65E6-938ED3B3F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9" y="962922"/>
            <a:ext cx="4093699" cy="21390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6BDFBB-F9AA-0664-EE22-015010BC7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748" y="962922"/>
            <a:ext cx="4832251" cy="213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3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06375"/>
            <a:ext cx="4722763" cy="3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Streamlit Dashboard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96119" y="817662"/>
            <a:ext cx="472276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interactive web app enabling real-time exploration of Netflix's content library — no coding required from the end user.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74849" y="3898180"/>
            <a:ext cx="4557672" cy="855315"/>
          </a:xfrm>
          <a:prstGeom prst="roundRect">
            <a:avLst>
              <a:gd name="adj" fmla="val 4568"/>
            </a:avLst>
          </a:prstGeom>
          <a:solidFill>
            <a:srgbClr val="E0D7F4"/>
          </a:solidFill>
          <a:ln w="4763">
            <a:solidFill>
              <a:srgbClr val="E5091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337" y="3982401"/>
            <a:ext cx="279053" cy="279053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693" y="4062047"/>
            <a:ext cx="125537" cy="125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9436" y="4282531"/>
            <a:ext cx="4527203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13337" y="4476477"/>
            <a:ext cx="452720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titles, movies, TV shows, and unique countries at a glance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4756639" y="3898179"/>
            <a:ext cx="4312512" cy="855315"/>
          </a:xfrm>
          <a:prstGeom prst="roundRect">
            <a:avLst>
              <a:gd name="adj" fmla="val 4568"/>
            </a:avLst>
          </a:prstGeom>
          <a:solidFill>
            <a:srgbClr val="E0D7F4"/>
          </a:solidFill>
          <a:ln w="4763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7"/>
          <p:cNvSpPr/>
          <p:nvPr/>
        </p:nvSpPr>
        <p:spPr>
          <a:xfrm>
            <a:off x="4895604" y="3957115"/>
            <a:ext cx="279053" cy="279053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2361" y="4062047"/>
            <a:ext cx="125537" cy="1255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11227" y="4262920"/>
            <a:ext cx="4527203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Sidebar Filters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936100" y="4476477"/>
            <a:ext cx="452720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type, country, rating, and year dynamically</a:t>
            </a:r>
            <a:endParaRPr lang="en-US" sz="7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6276F7-A020-AB61-E45B-2F84A2178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8" y="1326260"/>
            <a:ext cx="4557672" cy="243041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5E1498-D0B9-B3F1-5041-BCC1E35A28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639" y="1334520"/>
            <a:ext cx="4328884" cy="24304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8510BB-0A0B-2B16-42FA-31F0F5895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6" y="3889242"/>
            <a:ext cx="4730906" cy="865707"/>
          </a:xfrm>
          <a:prstGeom prst="rect">
            <a:avLst/>
          </a:prstGeom>
        </p:spPr>
      </p:pic>
      <p:sp>
        <p:nvSpPr>
          <p:cNvPr id="9" name="Shape 11">
            <a:extLst>
              <a:ext uri="{FF2B5EF4-FFF2-40B4-BE49-F238E27FC236}">
                <a16:creationId xmlns:a16="http://schemas.microsoft.com/office/drawing/2014/main" id="{8CF20F16-EB30-0664-B3CC-5A065ADDA904}"/>
              </a:ext>
            </a:extLst>
          </p:cNvPr>
          <p:cNvSpPr/>
          <p:nvPr/>
        </p:nvSpPr>
        <p:spPr>
          <a:xfrm>
            <a:off x="157945" y="3956036"/>
            <a:ext cx="279053" cy="279053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45D31-E016-2A9E-DBB4-490432419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57" y="4059340"/>
            <a:ext cx="128027" cy="1280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D70658-BA6F-624F-478C-72EABD043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034" y="3889242"/>
            <a:ext cx="4199695" cy="8596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A8AF58-2489-CCDE-DA3F-E2F2DD361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4793" y="3940403"/>
            <a:ext cx="280440" cy="2804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59DE0A-CD1F-BEA7-720B-A0E2B06A71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999" y="4006075"/>
            <a:ext cx="128027" cy="1280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A933CDA-86A7-273C-BEF4-A61874AE2EF6}"/>
              </a:ext>
            </a:extLst>
          </p:cNvPr>
          <p:cNvSpPr txBox="1"/>
          <p:nvPr/>
        </p:nvSpPr>
        <p:spPr>
          <a:xfrm>
            <a:off x="81616" y="4171075"/>
            <a:ext cx="4572000" cy="24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Search by Title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068392-06DE-82E6-9617-49E5912F89E4}"/>
              </a:ext>
            </a:extLst>
          </p:cNvPr>
          <p:cNvSpPr txBox="1"/>
          <p:nvPr/>
        </p:nvSpPr>
        <p:spPr>
          <a:xfrm>
            <a:off x="81616" y="4397494"/>
            <a:ext cx="4572000" cy="20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lookup of any movie or show in the dataset</a:t>
            </a:r>
            <a:endParaRPr lang="en-US" sz="7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B69B56-F4E7-32C6-4C3A-3F0D68A6760A}"/>
              </a:ext>
            </a:extLst>
          </p:cNvPr>
          <p:cNvSpPr txBox="1"/>
          <p:nvPr/>
        </p:nvSpPr>
        <p:spPr>
          <a:xfrm>
            <a:off x="4966352" y="4217033"/>
            <a:ext cx="4572000" cy="24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Download Data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6B1939-C553-9B6C-D95D-05A0379A465D}"/>
              </a:ext>
            </a:extLst>
          </p:cNvPr>
          <p:cNvSpPr txBox="1"/>
          <p:nvPr/>
        </p:nvSpPr>
        <p:spPr>
          <a:xfrm>
            <a:off x="4966352" y="4397494"/>
            <a:ext cx="4572000" cy="20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filtered results as CSV for further analysis</a:t>
            </a:r>
            <a:endParaRPr lang="en-US" sz="7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A262DF3-FCEA-E4F7-72CA-3A45B428D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6" y="182880"/>
            <a:ext cx="9006113" cy="354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6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7944"/>
            <a:ext cx="8151763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Insights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53319"/>
            <a:ext cx="2702049" cy="578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806" y="1062856"/>
            <a:ext cx="242582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🎬</a:t>
            </a: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Movies Dominate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2806" y="1295326"/>
            <a:ext cx="242582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~69% of Netflix's library is movies vs. 31% TV shows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96256"/>
            <a:ext cx="2702049" cy="7063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806" y="1705794"/>
            <a:ext cx="242582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🇺🇸</a:t>
            </a: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US Leads Content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62806" y="1938263"/>
            <a:ext cx="2425824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States contributes the largest share of titles globally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66590"/>
            <a:ext cx="2702049" cy="7063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806" y="2476128"/>
            <a:ext cx="242582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Post-2015 Boom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62806" y="2708597"/>
            <a:ext cx="2425824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Netflix's content library expanded dramatically after 2015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36925"/>
            <a:ext cx="2702049" cy="7063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2806" y="3246462"/>
            <a:ext cx="242582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🔞</a:t>
            </a: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TV-MA is Top Rating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62806" y="3478932"/>
            <a:ext cx="2425824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Mature audience content is the most prevalent rating category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907259"/>
            <a:ext cx="2702049" cy="7063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2806" y="4016797"/>
            <a:ext cx="242582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80–120 Min Films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662806" y="4249266"/>
            <a:ext cx="2425824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movies fall within the standard feature-length runtime</a:t>
            </a:r>
            <a:endParaRPr lang="en-US" sz="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251" y="953319"/>
            <a:ext cx="5546971" cy="36602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635</Words>
  <Application>Microsoft Office PowerPoint</Application>
  <PresentationFormat>On-screen Show (16:9)</PresentationFormat>
  <Paragraphs>109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Inter</vt:lpstr>
      <vt:lpstr>Petrona Bold</vt:lpstr>
      <vt:lpstr>Twemoji Mozilla</vt:lpstr>
      <vt:lpstr>Inter Bold</vt:lpstr>
      <vt:lpstr>Petrona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Asala Nithish</cp:lastModifiedBy>
  <cp:revision>3</cp:revision>
  <dcterms:created xsi:type="dcterms:W3CDTF">2026-07-29T19:46:31Z</dcterms:created>
  <dcterms:modified xsi:type="dcterms:W3CDTF">2026-07-29T22:09:59Z</dcterms:modified>
</cp:coreProperties>
</file>